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·  UNIDAD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Software: su naturaleza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sus cualidades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· Clasificación de cualidades · Medición de la calidad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21240" y="868680"/>
            <a:ext cx="1371600" cy="1371600"/>
          </a:xfrm>
          <a:prstGeom prst="ellipse">
            <a:avLst/>
          </a:prstGeom>
          <a:solidFill>
            <a:srgbClr val="16215C"/>
          </a:solidFill>
          <a:ln/>
        </p:spPr>
      </p:sp>
      <p:pic>
        <p:nvPicPr>
          <p:cNvPr id="6" name="Image 0" descr="/home/claude/unidad2/icon_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9548" y="1046988"/>
            <a:ext cx="1014984" cy="10149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de Ingeniería de Software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 la unidad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90250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922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naturaleza del software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lo distingue de un producto físico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unidad2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01" y="190250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17922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y no funcionales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103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 vs. cómo lo hace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2/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2095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las cualidades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520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Producto/proceso, externas/internas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unidad2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901" y="331982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32095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Cualidades representativas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995160" y="3520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Corrección, fiabilidad, eficiencia y más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unidad2/icon_indust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4737141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46268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según el dominio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63040" y="49377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críticos vs. de consumo masivo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unidad2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901" y="4737141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5160" y="46268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la calidad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6995160" y="49377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sus limitaciones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NATURALEZA DEL SOFTWARE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producto de naturaleza particular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producto lógico, no físico: no se desgasta con el uso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calidad se degrada por mal mantenimiento, no por el paso del tiempo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maleable: puede modificarse con relativa facilidad frente al hardware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complejo e “invisible”: no se puede observar de un vistazo su estructura completa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gran parte se construye a medida, no se ensambla a partir de piezas estándar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1005840" cy="10058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2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5999" y="2188159"/>
            <a:ext cx="744322" cy="7443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40156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poder “verse” ni “tocarse” como un objeto físico, evaluar su calidad exige criterios propios: no basta con que “funcione”, hay que definir con qué atributos debe cumplir.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NATURALEZA DEL SOFTWARE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hablar de “cualidades”?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se evalúa no solo por lo que hace, sino por cómo lo hace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determina el éxito o el fracaso de un sistema una vez en producción</a:t>
            </a:r>
            <a:endParaRPr lang="en-US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 directamente en costos de mantenimiento, adopción y confianza del usuario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223760" y="1874520"/>
            <a:ext cx="4297680" cy="4160520"/>
          </a:xfrm>
          <a:prstGeom prst="roundRect">
            <a:avLst>
              <a:gd name="adj" fmla="val 1758"/>
            </a:avLst>
          </a:prstGeom>
          <a:solidFill>
            <a:srgbClr val="EF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43800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441448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sistemas pueden cumplir exactamente los mismos requisitos funcionales…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 aun así uno resulta rápido y seguro, y el otro lento e inseguro.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ambos no está en “qué hacen”, sino en su calidad.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REQUISITOS NO FUNCIONALES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vs. no funcionales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F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nidad2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hacer el sistema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“el sistema debe permitir registrar una venta”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verifican comprobando una acción concreta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F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nidad2/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7627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funcionales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debe hacerlo, bajo qué restricciones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“debe procesar la venta en menos de 2 segundos”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frecuencia determinan la arquitectura del sistema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REQUISITOS NO FUNCIONALES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 los RNF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2225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112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transversales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4231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al sistema completo, no a un módulo puntual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214884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01" y="222254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2112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Difíciles de verificar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4231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 “usable” es exactamente un sistema?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2/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400562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8953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en conflicto entre sí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2062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vs. usabilidad, rendimiento vs. mantenibilidad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39319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7" name="Image 3" descr="/home/claude/unidad2/icon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901" y="400562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38953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agrupan en categorías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995160" y="42062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Rendimiento, seguridad, usabilidad, disponibilidad, escalabilidad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REQUISITOS NO FUNCIONALES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aplicado: sistema de home banking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2940" y="166878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756" y="1793596"/>
            <a:ext cx="710489" cy="7104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base: transferir dinero entre cuentas propias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8" name="Image 1" descr="/home/claude/unidad2/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045501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9352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3246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debe confirmarse en menos de 3 segundos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2" name="Image 2" descr="/home/claude/unidad2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400562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8953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2062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extremo a extremo y autenticación de dos factores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6" name="Image 3" descr="/home/claude/unidad2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965741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8554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debe mantener un 99,99% de tiempo operativo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CLASIFICACIÓN DE LAS CUALIDADES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Cualidades de producto vs. de proceso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F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nidad2/icon_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producto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observables en el software ya construido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fiabilidad, eficiencia, usabilidad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F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nidad2/icon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7627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proceso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cómo se desarrolla el software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productividad del equipo, capacidad de estimar tiempos y costos, visibilidad del avance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CLASIFICACIÓN DE LAS CUALIDADES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Cualidades externas vs. internas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F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nidad2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para el usuario final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facilidad de uso, tiempo de respuesta, confiabilidad percibida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F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914400" cy="9144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nidad2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7627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3108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566160"/>
            <a:ext cx="4617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solo para quien desarrolla o mantiene el sistema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legibilidad del código, modularidad, documentación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9710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calidad interna favorece —pero no garantiza— una buena calidad externa.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CUALIDADES REPRESENTATIVAS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Corrección y fiabilidad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9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(correctness)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hace exactamente lo que su especificación indica: ni más, ni menos.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(reliability)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funcionar sin fallar durante un período y bajo condiciones dadas. Se mide con la tasa de fallos o el MTBF (tiempo medio entre fallos).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188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1846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de control de tráfico aéreo exige una fiabilidad extremadamente alta: un fallo puede tener consecuencias catastróficas.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CUALIDADES REPRESENTATIVAS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 y eficiencia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9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razonable frente a situaciones no anticipadas por la especificación: datos inválidos, fallos de hardware, uso inesperado.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adecuado de los recursos disponibles: tiempo de procesamiento, memoria, ancho de banda.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188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1846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que no se cierra abruptamente ante datos corruptos es robusta; un videojuego que mantiene 60 fps con recursos limitados es eficiente.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CUALIDADES REPRESENTATIVAS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 y portabilidad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9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con la que un usuario aprende a utilizar el sistema y lo opera de forma efectiva.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trasladar el software a otro entorno de hardware o software distinto del original.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188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1846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multiplataforma (Android/iOS) construidas con frameworks portables reducen el esfuerzo de adaptar el mismo software a distintos entornos.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CUALIDADES REPRESENTATIVAS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Mantenibilidad y reusabilidad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9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corregir errores y adaptar o mejorar el software (mantenimiento correctivo, adaptativo y perfectivo).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r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Reusabilidad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que módulos o componentes del software se reutilicen en otros contextos o proyectos.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188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1846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librería de autenticación desarrollada para un proyecto y reutilizada en otros tres sistemas de la misma empresa.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CUALIDADES REPRESENTATIVAS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Interoperabilidad y comprensibilidad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9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402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del sistema de coexistir e intercambiar información con otros sistemas.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095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Comprensibilidad (verificabilidad)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con la que puede entenderse y verificarse el comportamiento del sistema.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188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1846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bien documentada que permite integrar sistemas de terceros es un caso directo de interoperabilidad.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CALIDAD SEGÚN EL DOMINIO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todas las cualidades pesan igual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F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críticos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2011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Aviónica, medicina, control industrial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011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y seguridad, incluso a costa del tiempo o costo de desarrollo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F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consumo masivo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383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redes sociales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y rapidez de salida al mercado (time-to-market)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F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754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financieros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4754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Banca, medios de pago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integridad de los datos y auditabilidad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MEDICIÓN DE LA CALIDAD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mide la calidad?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cualidades —sobre todo las internas— no son directamente medibles</a:t>
            </a:r>
            <a:endParaRPr lang="en-US" sz="16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recurre a métricas: medidas cuantitativas de un atributo observable</a:t>
            </a:r>
            <a:endParaRPr lang="en-US" sz="16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es un indicador indirecto de la cualidad, no la cualidad en sí misma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EF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MÉTRICAS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51460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→ MTBF, defectos por cada mil líneas de código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→ complejidad ciclomática (McCabe)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 → acoplamiento y cohesión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→ tiempo de respuesta, uso de memoria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MEDICIÓN DE LA CALIDAD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de las métricas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5" name="Image 0" descr="/home/claude/unidad2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08538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751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es un proxy, no la cualidad misma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2860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número puede no significar mejorar realmente el atributo que se quiere capturar.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unidad2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6554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255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“gaming the metric”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661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termina optimizando la métrica en sí (por ejemplo, bajar la complejidad ciclomática de forma artificial) en vez del objetivo real.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FF1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60120" y="486460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230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cuantitativas deben combinarse con revisión cualitativa: revisiones de código, testing exploratorio, retroalimentación de usuarios.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de la Unidad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2/icon_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90250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922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del software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03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Lógico, mutable, complejo e invisible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2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01" y="190250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17922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103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cómo debe comportarse el sistema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2/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2095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520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Producto/proceso · externas/internas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7" name="Image 3" descr="/home/claude/unidad2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901" y="331982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320954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Cualidades representativas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995160" y="35204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Corrección, fiabilidad, eficiencia y más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unidad2/icon_indust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4737141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46268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según el dominio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63040" y="49377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las cualidades pesan igual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25" name="Image 5" descr="/home/claude/unidad2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901" y="4737141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5160" y="46268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6995160" y="49377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como proxy, con límites claros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DE ESTOS CONCEPTOS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Estas ideas hoy: ISO/IEC 25010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F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nidad2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20729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88036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Terminología clásica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291840"/>
            <a:ext cx="467258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“Usabilidad”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“Portabilidad”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figuraba como categoría propia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F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965960"/>
            <a:ext cx="822960" cy="82296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nidad2/icon_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945" y="207294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47688" y="288036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25010:2023 (vigente)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47688" y="3291840"/>
            <a:ext cx="467258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“Capacidad de interacción”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“Flexibilidad”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“Seguridad” (safety) es hoy una característica propia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FF1F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60120" y="532180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CAMBIÓ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568756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conceptual —clasificar la calidad en categorías comparables y medibles— sigue siendo el mismo; lo que cambió es el estándar que lo formaliza y sus énfasis (seguridad, escalabilidad, accesibilidad).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43000"/>
            <a:ext cx="1188720" cy="1188720"/>
          </a:xfrm>
          <a:prstGeom prst="ellipse">
            <a:avLst/>
          </a:prstGeom>
          <a:solidFill>
            <a:srgbClr val="16215C"/>
          </a:solidFill>
          <a:ln/>
        </p:spPr>
      </p:sp>
      <p:pic>
        <p:nvPicPr>
          <p:cNvPr id="3" name="Image 0" descr="/home/claude/unidad2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297534"/>
            <a:ext cx="879653" cy="8796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de la unidad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5468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Ghezzi, C.; Mandrioli, D.; Jazayeri, M. — Fundamentals of Software Engineering (2.ª ed.), Prentice Hall, 2003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— Software Engineering, Addison-Wesley, 1992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25010:2023 — Systems and software Quality Requirements and Evaluation (SQuaRE)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unidad: Principios de la Ingeniería de Software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2026-08-31T13:20:03Z</dcterms:created>
  <dcterms:modified xsi:type="dcterms:W3CDTF">2026-08-31T13:20:03Z</dcterms:modified>
</cp:coreProperties>
</file>