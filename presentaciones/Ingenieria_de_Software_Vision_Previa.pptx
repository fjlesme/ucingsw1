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20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82296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82296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64592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64592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645920"/>
            <a:ext cx="82296" cy="8229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visión previa del campo, su historia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el rol del ingeniero de software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128016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— Fundamentos de Ingeniería de Software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clase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software: una visión previa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7568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7568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rol en el diseño de sistemas (+ impacto de la IA)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3405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7340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la ingeniería de software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39242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39242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del ingeniero de software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4173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14173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del software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07568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207568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otras áreas de la ciencia de la computación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2734056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73405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27340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otras disciplinas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software: una visión previa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por qué existe y en qué se diferencia de simplemente programar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Ingeniería de Software?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141A3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la ingeniería que aplica principios sistemáticos, disciplinados y cuantificables al desarrollo, operación y mantenimiento del software.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60120" y="3520440"/>
            <a:ext cx="4572000" cy="0"/>
          </a:xfrm>
          <a:prstGeom prst="line">
            <a:avLst/>
          </a:prstGeom>
          <a:noFill/>
          <a:ln w="12700">
            <a:solidFill>
              <a:srgbClr val="3140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7033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pocas palabras: es llevar el software del "arte individual" a un proceso de ingeniería confiable, repetible y medible.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1344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creciente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6642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actuales integran miles de componentes interdependientes.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423160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2395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los errores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27157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de software pueden tener impacto económico, humano y legal.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7673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moderno lo construyen equipos, no individuos aislados.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4617720"/>
            <a:ext cx="5394960" cy="1188720"/>
          </a:xfrm>
          <a:prstGeom prst="rect">
            <a:avLst/>
          </a:prstGeom>
          <a:solidFill>
            <a:srgbClr val="DCE6FB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“Programar” resuelve un problema puntual. “Hacer ingeniería de software” asegura que la solución sea correcta, mantenible y escalable en el tiempo.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rol en el diseño de sistemas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como parte de un sistema mayor — y el impacto actual de la 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software dentro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basado en computadora integra varios elementos; el software es solo uno de ellos.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1E2A5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89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356616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794760"/>
            <a:ext cx="457200" cy="457200"/>
          </a:xfrm>
          <a:prstGeom prst="ellipse">
            <a:avLst/>
          </a:prstGeom>
          <a:solidFill>
            <a:srgbClr val="1E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389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8160" y="356616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37947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389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sistémica vs. visión aislada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A5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aislada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se piensa como un producto independiente, desconectado del entorno donde va a operar.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Ignora al usuario y el contexto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Subestima integración con hardware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Riesgo de soluciones que no encajan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FB6A6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sistémica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se diseña como parte de un sistema completo: personas, procesos, datos y hardware trabajando juntos.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Considera al usuario final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Anticipa integración y despliegue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Soluciones sostenibles en el tiempo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y su impacto actual en la Ingeniería de Software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291840" cy="320040"/>
          </a:xfrm>
          <a:prstGeom prst="roundRect">
            <a:avLst>
              <a:gd name="adj" fmla="val 48571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EMERGENTE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1056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7" name="Text 5"/>
          <p:cNvSpPr/>
          <p:nvPr/>
        </p:nvSpPr>
        <p:spPr>
          <a:xfrm>
            <a:off x="159105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código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autocompletado de código con IA (Copilot, Claude Code) que acelera la escritura y refactorización.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02736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inteligente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21024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casos de prueba y detección temprana de defectos mediante modelos de 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87184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718718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competencias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9088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ingeniero debe saber validar, supervisar y corregir salidas generadas por IA — no solo escribir código.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34272" y="169164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85248" y="1965960"/>
            <a:ext cx="640080" cy="640080"/>
          </a:xfrm>
          <a:prstGeom prst="ellipse">
            <a:avLst/>
          </a:prstGeom>
          <a:solidFill>
            <a:srgbClr val="14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998524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98864" y="27889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desafíos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17152" y="3383280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Cuestiones de calidad, seguridad, sesgos, propiedad intelectual y dependencia de herramientas externas.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 la Ingeniería de Software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programación artesanal a las metodologías ágiles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3108960"/>
            <a:ext cx="10332720" cy="0"/>
          </a:xfrm>
          <a:prstGeom prst="line">
            <a:avLst/>
          </a:prstGeom>
          <a:noFill/>
          <a:ln w="38100">
            <a:solidFill>
              <a:srgbClr val="C7C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artesanal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35915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escrito de forma individual, sin procesos formales.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528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9" name="Text 7"/>
          <p:cNvSpPr/>
          <p:nvPr/>
        </p:nvSpPr>
        <p:spPr>
          <a:xfrm>
            <a:off x="244602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4602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del software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46020" y="395020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Conferencia de la OTAN acuña el término "ingeniería de software" ante fallas y sobrecostos.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9846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993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cascada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235915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procesos formales y estructurados de desarrollo.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8164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7" name="Text 15"/>
          <p:cNvSpPr/>
          <p:nvPr/>
        </p:nvSpPr>
        <p:spPr>
          <a:xfrm>
            <a:off x="761238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1238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iterativos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12380" y="395020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Iteración, prototipado y modelos incrementales ganan terreno.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164824" y="3026664"/>
            <a:ext cx="164592" cy="164592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2001–hoy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0" y="1993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92640" y="235915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Ágil: Scrum, Kanban, XP y entrega continua.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rol del ingeniero de software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Competencias, ética y ubicación dentro de un equipo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 un ingeniero de software?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CLAVE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36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técnico: diseño, algoritmos, arquitectura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complejos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2549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70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trabajo en equipo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369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y ética profesional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03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continuo ante nuevas tecnologías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234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DENTRO DE UN EQUIPO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682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66760" y="16824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y modela requisitos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24140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66760" y="24140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estructura del sistema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31089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31455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66760" y="31455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el software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84048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/ QA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366760" y="38770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calidad y detecta defectos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41A3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profesional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51937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ingeniero de software es responsable ante el usuario, la organización y la sociedad: privacidad, seguridad, accesibilidad y honestidad técnica.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software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fases que atraviesa todo producto de software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del ciclo de vida del software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41A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33472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62072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E2A5C"/>
          </a:solidFill>
          <a:ln/>
        </p:spPr>
      </p:sp>
      <p:sp>
        <p:nvSpPr>
          <p:cNvPr id="8" name="Text 6"/>
          <p:cNvSpPr/>
          <p:nvPr/>
        </p:nvSpPr>
        <p:spPr>
          <a:xfrm>
            <a:off x="2999232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99232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55464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4064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41A35"/>
          </a:solidFill>
          <a:ln/>
        </p:spPr>
      </p:sp>
      <p:sp>
        <p:nvSpPr>
          <p:cNvPr id="12" name="Text 10"/>
          <p:cNvSpPr/>
          <p:nvPr/>
        </p:nvSpPr>
        <p:spPr>
          <a:xfrm>
            <a:off x="5221224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21224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77456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06056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E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443216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43216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9448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28048" y="1828800"/>
            <a:ext cx="1993392" cy="1920240"/>
          </a:xfrm>
          <a:prstGeom prst="roundRect">
            <a:avLst>
              <a:gd name="adj" fmla="val 4286"/>
            </a:avLst>
          </a:prstGeom>
          <a:solidFill>
            <a:srgbClr val="141A35"/>
          </a:solidFill>
          <a:ln/>
        </p:spPr>
      </p:sp>
      <p:sp>
        <p:nvSpPr>
          <p:cNvPr id="20" name="Text 18"/>
          <p:cNvSpPr/>
          <p:nvPr/>
        </p:nvSpPr>
        <p:spPr>
          <a:xfrm>
            <a:off x="9665208" y="1938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65208" y="30632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clave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mantenimiento suele representar la mayor parte del costo total del ciclo de vida del software: el software vive — y cambia — mucho después de su primera entrega.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existen varios modelos de proceso (cascada, incremental, ágil) que organizan estas fases de distinta manera — se profundizará en unidades posteriores.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· 07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otras áreas y disciplinas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de software no existe de forma aislada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otras áreas de la Ciencia de la Computación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103120" y="2834640"/>
            <a:ext cx="1828800" cy="1828800"/>
          </a:xfrm>
          <a:prstGeom prst="ellipse">
            <a:avLst/>
          </a:prstGeom>
          <a:solidFill>
            <a:srgbClr val="141A35"/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2834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0" y="137160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0" y="158648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5864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y algoritmos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8932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diseñar soluciones eficientes.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46888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268376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6837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89320" y="2560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8932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gestión de la información del sistema.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56616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378104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37810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89320" y="4023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Entienden el entorno donde el software se ejecuta.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4663440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96B5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4878324"/>
            <a:ext cx="502920" cy="502920"/>
          </a:xfrm>
          <a:prstGeom prst="ellipse">
            <a:avLst/>
          </a:prstGeom>
          <a:solidFill>
            <a:srgbClr val="DCE6F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48783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8932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989320" y="5120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Soportan sistemas distribuidos y comunicación.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otras disciplinas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ingeniero de software colabora constantemente con otros campos del conocimiento.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proyectos, planificación y recursos.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10" name="Shape 8"/>
          <p:cNvSpPr/>
          <p:nvPr/>
        </p:nvSpPr>
        <p:spPr>
          <a:xfrm>
            <a:off x="3675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63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90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centrado en el usuario y ergonomía.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1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16" name="Text 14"/>
          <p:cNvSpPr/>
          <p:nvPr/>
        </p:nvSpPr>
        <p:spPr>
          <a:xfrm>
            <a:off x="5961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costos, presupuesto y retorno de inversión.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35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62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intelectual, contratos y normativa.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84080" y="16916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E2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33888" y="1965960"/>
            <a:ext cx="585216" cy="585216"/>
          </a:xfrm>
          <a:prstGeom prst="ellipse">
            <a:avLst/>
          </a:prstGeom>
          <a:solidFill>
            <a:srgbClr val="2FB6A6"/>
          </a:solidFill>
          <a:ln/>
        </p:spPr>
      </p:sp>
      <p:sp>
        <p:nvSpPr>
          <p:cNvPr id="26" name="Text 24"/>
          <p:cNvSpPr/>
          <p:nvPr/>
        </p:nvSpPr>
        <p:spPr>
          <a:xfrm>
            <a:off x="10533888" y="19659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921240" y="27432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4867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relación con clientes.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86968" y="1477409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ingeniería de software convierte la construcción de sistemas</a:t>
            </a:r>
            <a:endParaRPr lang="en-US" sz="2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proceso disciplinado, colaborativo y en evolución constante.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325526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906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más allá de programar: asegura calidad, mantenibilidad y escalabilidad.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84962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6850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constante evolución — hoy, impulsada también por la 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4398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2793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con otras áreas técnicas y con disciplinas no técnicas.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guía de trabajo práctico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Unidad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5500</TotalTime>
  <Words>1117</Words>
  <Application>Microsoft Office PowerPoint</Application>
  <PresentationFormat>Panorámica</PresentationFormat>
  <Paragraphs>229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Fernando Lesme</cp:lastModifiedBy>
  <cp:revision>3</cp:revision>
  <dcterms:created xsi:type="dcterms:W3CDTF">2026-08-10T12:01:05Z</dcterms:created>
  <dcterms:modified xsi:type="dcterms:W3CDTF">2026-08-14T14:08:31Z</dcterms:modified>
</cp:coreProperties>
</file>